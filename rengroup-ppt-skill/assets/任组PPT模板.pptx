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147475105" r:id="rId2"/>
    <p:sldId id="2147475111" r:id="rId3"/>
    <p:sldId id="2147475112" r:id="rId4"/>
    <p:sldId id="2147475113" r:id="rId5"/>
    <p:sldId id="2147475124" r:id="rId6"/>
    <p:sldId id="2147475150" r:id="rId7"/>
    <p:sldId id="2147475125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D9"/>
    <a:srgbClr val="A2CFD2"/>
    <a:srgbClr val="800000"/>
    <a:srgbClr val="4477AA"/>
    <a:srgbClr val="5DA899"/>
    <a:srgbClr val="C971B7"/>
    <a:srgbClr val="7AB7AE"/>
    <a:srgbClr val="7B8CBE"/>
    <a:srgbClr val="77B8BD"/>
    <a:srgbClr val="A0CD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90" autoAdjust="0"/>
    <p:restoredTop sz="86121" autoAdjust="0"/>
  </p:normalViewPr>
  <p:slideViewPr>
    <p:cSldViewPr snapToGrid="0">
      <p:cViewPr varScale="1">
        <p:scale>
          <a:sx n="75" d="100"/>
          <a:sy n="75" d="100"/>
        </p:scale>
        <p:origin x="605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25933-DC46-41B3-8559-17CC5C690F12}" type="datetimeFigureOut">
              <a:rPr lang="zh-CN" altLang="en-US" smtClean="0"/>
              <a:t>2026/7/13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9ECAB8-9A3C-4E67-9C4C-336645D7B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230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3E3EF5E-F6A6-4D64-82FF-80B65CD316B4}" type="slidenum">
              <a:rPr kumimoji="0" lang="zh-CN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750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ECAB8-9A3C-4E67-9C4C-336645D7BF9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666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ECAB8-9A3C-4E67-9C4C-336645D7BF9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707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ECAB8-9A3C-4E67-9C4C-336645D7BF9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984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9ECAB8-9A3C-4E67-9C4C-336645D7BF9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952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>
          <a:xfrm>
            <a:off x="9264352" y="651810"/>
            <a:ext cx="2844800" cy="47625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1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52287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B5013-BBE0-4BA3-894C-34B8F2E7616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622129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 baseline="0"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08D2D7C8-0085-F04C-9F0C-EBF2820B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8094A9-8852-401A-B823-B9C577B413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47200" y="719012"/>
            <a:ext cx="2844800" cy="476250"/>
          </a:xfrm>
          <a:ln/>
        </p:spPr>
        <p:txBody>
          <a:bodyPr/>
          <a:lstStyle>
            <a:lvl1pPr>
              <a:defRPr/>
            </a:lvl1pPr>
          </a:lstStyle>
          <a:p>
            <a:fld id="{E7658311-B305-42CB-ABF1-1E6128365B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3788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F4F10617-8BB1-A34E-94A3-5FE4CF121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DA656D-5560-419C-B222-7A3B42C62C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zh-CN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F227B140-DCD3-4B05-9EEC-4ED5530196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83F3A9-76AD-440F-830B-D86FC10027FF}" type="slidenum">
              <a:rPr lang="zh-CN" altLang="zh-CN" smtClean="0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116836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DE021B1-9E5C-4A4C-BCD5-405A854E407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AE5A545-004E-4266-A410-387730CA3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2C2B6F5-1734-44DE-834E-70F53BA624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633CE7-7F5A-48DA-8504-35505C8F20CE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33599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-88900"/>
            <a:ext cx="10972800" cy="114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7051" y="1268413"/>
            <a:ext cx="10972800" cy="485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34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68341" y="611970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1"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1</a:t>
            </a:r>
            <a:endParaRPr lang="zh-CN" altLang="zh-CN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981075"/>
            <a:ext cx="12192000" cy="71438"/>
          </a:xfrm>
          <a:prstGeom prst="rect">
            <a:avLst/>
          </a:prstGeom>
          <a:gradFill rotWithShape="1"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23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baseline="0">
          <a:solidFill>
            <a:srgbClr val="800000"/>
          </a:solidFill>
          <a:latin typeface="Arial" panose="020B0604020202020204" pitchFamily="34" charset="0"/>
          <a:ea typeface="黑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800000"/>
          </a:solidFill>
          <a:latin typeface="Comic Sans MS" pitchFamily="66" charset="0"/>
          <a:ea typeface="楷体_GB2312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800" b="1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800" b="1" baseline="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C3459FB-93F3-D6BC-6CEB-0146EDD2B6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8" y="0"/>
            <a:ext cx="11993904" cy="963170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6C3BD886-7D8E-FCBB-0CCF-89893F2050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425496"/>
              </p:ext>
            </p:extLst>
          </p:nvPr>
        </p:nvGraphicFramePr>
        <p:xfrm>
          <a:off x="3556172" y="5455290"/>
          <a:ext cx="5079656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3216">
                  <a:extLst>
                    <a:ext uri="{9D8B030D-6E8A-4147-A177-3AD203B41FA5}">
                      <a16:colId xmlns:a16="http://schemas.microsoft.com/office/drawing/2014/main" val="502703050"/>
                    </a:ext>
                  </a:extLst>
                </a:gridCol>
                <a:gridCol w="2566440">
                  <a:extLst>
                    <a:ext uri="{9D8B030D-6E8A-4147-A177-3AD203B41FA5}">
                      <a16:colId xmlns:a16="http://schemas.microsoft.com/office/drawing/2014/main" val="2433512522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r"/>
                      <a:r>
                        <a:rPr lang="zh-CN" altLang="en-US" sz="2400" b="1" kern="1200" baseline="0">
                          <a:solidFill>
                            <a:srgbClr val="800000"/>
                          </a:solidFill>
                          <a:latin typeface="+mn-lt"/>
                          <a:ea typeface="+mn-ea"/>
                          <a:cs typeface="+mj-cs"/>
                        </a:rPr>
                        <a:t>答辩人：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kern="1200" baseline="0">
                          <a:solidFill>
                            <a:srgbClr val="800000"/>
                          </a:solidFill>
                          <a:latin typeface="+mn-lt"/>
                          <a:ea typeface="+mn-ea"/>
                          <a:cs typeface="+mj-cs"/>
                        </a:rPr>
                        <a:t>张楠楠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4305761"/>
                  </a:ext>
                </a:extLst>
              </a:tr>
              <a:tr h="430115">
                <a:tc>
                  <a:txBody>
                    <a:bodyPr/>
                    <a:lstStyle/>
                    <a:p>
                      <a:pPr algn="r"/>
                      <a:r>
                        <a:rPr lang="zh-CN" altLang="en-US" sz="2400" b="1" kern="1200" baseline="0" noProof="0">
                          <a:solidFill>
                            <a:srgbClr val="800000"/>
                          </a:solidFill>
                          <a:latin typeface="+mn-lt"/>
                          <a:ea typeface="+mn-ea"/>
                          <a:cs typeface="+mj-cs"/>
                        </a:rPr>
                        <a:t>时  间：</a:t>
                      </a:r>
                      <a:endParaRPr lang="zh-CN" altLang="en-US" sz="2400" b="1" kern="1200" baseline="0">
                        <a:solidFill>
                          <a:srgbClr val="8000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2400" b="1" kern="1200" baseline="0" noProof="0">
                          <a:solidFill>
                            <a:srgbClr val="800000"/>
                          </a:solidFill>
                          <a:latin typeface="+mn-lt"/>
                          <a:ea typeface="+mn-ea"/>
                          <a:cs typeface="+mj-cs"/>
                        </a:rPr>
                        <a:t>2026.xx.xx</a:t>
                      </a:r>
                      <a:endParaRPr lang="zh-CN" altLang="en-US" sz="2400" b="1" kern="1200" baseline="0">
                        <a:solidFill>
                          <a:srgbClr val="8000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5348545"/>
                  </a:ext>
                </a:extLst>
              </a:tr>
            </a:tbl>
          </a:graphicData>
        </a:graphic>
      </p:graphicFrame>
      <p:sp>
        <p:nvSpPr>
          <p:cNvPr id="3" name="标题 4">
            <a:extLst>
              <a:ext uri="{FF2B5EF4-FFF2-40B4-BE49-F238E27FC236}">
                <a16:creationId xmlns:a16="http://schemas.microsoft.com/office/drawing/2014/main" id="{2660F9C9-AD46-1F95-F9DA-6F3D6707A692}"/>
              </a:ext>
            </a:extLst>
          </p:cNvPr>
          <p:cNvSpPr txBox="1">
            <a:spLocks/>
          </p:cNvSpPr>
          <p:nvPr/>
        </p:nvSpPr>
        <p:spPr bwMode="auto">
          <a:xfrm>
            <a:off x="2220000" y="1958975"/>
            <a:ext cx="77520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 baseline="0">
                <a:solidFill>
                  <a:srgbClr val="800000"/>
                </a:solidFill>
                <a:latin typeface="Arial" panose="020B0604020202020204" pitchFamily="34" charset="0"/>
                <a:ea typeface="黑体" panose="02010609060101010101" pitchFamily="49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800000"/>
                </a:solidFill>
                <a:latin typeface="Comic Sans MS" pitchFamily="66" charset="0"/>
                <a:ea typeface="楷体_GB2312" pitchFamily="49" charset="-122"/>
              </a:defRPr>
            </a:lvl9pPr>
          </a:lstStyle>
          <a:p>
            <a:r>
              <a:rPr lang="zh-CN" altLang="en-US"/>
              <a:t>汇报题目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647781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480154-81A0-B616-1B21-80951276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9A70D67-0C43-29A1-D185-AFA3E68A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2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8DE723-901B-DDA5-C40D-697F701A281D}"/>
              </a:ext>
            </a:extLst>
          </p:cNvPr>
          <p:cNvSpPr txBox="1"/>
          <p:nvPr/>
        </p:nvSpPr>
        <p:spPr>
          <a:xfrm>
            <a:off x="802791" y="1595132"/>
            <a:ext cx="7741769" cy="366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ea typeface="黑体" panose="02010609060101010101" pitchFamily="49" charset="-122"/>
                <a:cs typeface="Arial" panose="020B0604020202020204" pitchFamily="34" charset="0"/>
              </a:rPr>
              <a:t>研究背景</a:t>
            </a:r>
            <a:endParaRPr lang="en-US" altLang="zh-CN" sz="2400" b="1"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ea typeface="黑体" panose="02010609060101010101" pitchFamily="49" charset="-122"/>
                <a:cs typeface="Arial" panose="020B0604020202020204" pitchFamily="34" charset="0"/>
              </a:rPr>
              <a:t>研究内容</a:t>
            </a:r>
            <a:endParaRPr lang="en-US" altLang="zh-CN" sz="2400" b="1"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cs typeface="Arial" panose="020B0604020202020204" pitchFamily="34" charset="0"/>
              </a:rPr>
              <a:t>总结与展望</a:t>
            </a:r>
            <a:endParaRPr lang="en-US" altLang="zh-CN" sz="2400" b="1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82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494AC-C81B-047F-B584-C356E3A9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D8509-62F1-A287-5CEB-F4503992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86C29DB-C9D5-93EB-7AC0-7AA4B2471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3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438C9D-7E5F-D7CD-E8BA-0F15CC20E698}"/>
              </a:ext>
            </a:extLst>
          </p:cNvPr>
          <p:cNvSpPr txBox="1"/>
          <p:nvPr/>
        </p:nvSpPr>
        <p:spPr>
          <a:xfrm>
            <a:off x="802791" y="1595132"/>
            <a:ext cx="7741769" cy="366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zh-CN" altLang="en-US" sz="2400" b="1">
                <a:cs typeface="Arial" panose="020B0604020202020204" pitchFamily="34" charset="0"/>
              </a:rPr>
              <a:t>研究背景</a:t>
            </a:r>
            <a:endParaRPr lang="en-US" altLang="zh-CN" sz="2400" b="1"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研究内容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cs typeface="Arial" panose="020B0604020202020204" pitchFamily="34" charset="0"/>
              </a:rPr>
              <a:t>总结与展望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26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F6754-824E-61CF-804C-238336704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2DBD95-7299-7AFA-572B-B9B273974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88900"/>
            <a:ext cx="10972800" cy="1141413"/>
          </a:xfrm>
        </p:spPr>
        <p:txBody>
          <a:bodyPr/>
          <a:lstStyle/>
          <a:p>
            <a:r>
              <a:rPr lang="en-US" altLang="zh-CN"/>
              <a:t>xxx</a:t>
            </a:r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BC76892-3EAE-7E6F-334D-11ADA2B20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4</a:t>
            </a:fld>
            <a:endParaRPr lang="zh-CN" altLang="zh-CN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B1C0A4B-FF60-2599-6B94-50E76294C668}"/>
              </a:ext>
            </a:extLst>
          </p:cNvPr>
          <p:cNvSpPr txBox="1"/>
          <p:nvPr/>
        </p:nvSpPr>
        <p:spPr>
          <a:xfrm>
            <a:off x="859454" y="3412559"/>
            <a:ext cx="33034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>
                <a:latin typeface="Arial" panose="020B0604020202020204" pitchFamily="34" charset="0"/>
                <a:cs typeface="Arial" panose="020B0604020202020204" pitchFamily="34" charset="0"/>
              </a:rPr>
              <a:t>Hecht J.  Appl Optics, 2010, 49:091002.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F7AE264-92D5-4335-F44C-73582AEFF108}"/>
              </a:ext>
            </a:extLst>
          </p:cNvPr>
          <p:cNvSpPr txBox="1"/>
          <p:nvPr/>
        </p:nvSpPr>
        <p:spPr>
          <a:xfrm>
            <a:off x="7987032" y="3566447"/>
            <a:ext cx="39680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He. H et</a:t>
            </a:r>
            <a:r>
              <a:rPr kumimoji="1" lang="zh-CN" altLang="en-US" sz="14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14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al.</a:t>
            </a:r>
            <a:r>
              <a:rPr kumimoji="1" lang="zh-CN" altLang="en-US" sz="14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1" lang="en-US" altLang="zh-CN" sz="1400">
                <a:solidFill>
                  <a:srgbClr val="000000">
                    <a:hueOff val="0"/>
                    <a:satOff val="0"/>
                    <a:lumOff val="0"/>
                    <a:alphaOff val="0"/>
                  </a:srgb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Anal. Chem. 2021, 93, 44, 14609</a:t>
            </a:r>
            <a:endParaRPr lang="zh-CN" altLang="en-US" sz="14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EF65BB8-CDAD-A7AE-6F91-4015ECD8D39D}"/>
              </a:ext>
            </a:extLst>
          </p:cNvPr>
          <p:cNvSpPr txBox="1"/>
          <p:nvPr/>
        </p:nvSpPr>
        <p:spPr>
          <a:xfrm>
            <a:off x="4551955" y="3841620"/>
            <a:ext cx="29561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/>
              <a:t>xxx</a:t>
            </a:r>
            <a:endParaRPr lang="zh-CN" altLang="en-US" sz="220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98D14FD2-4CE8-B30A-4C1F-33046CC0A5A6}"/>
              </a:ext>
            </a:extLst>
          </p:cNvPr>
          <p:cNvSpPr/>
          <p:nvPr/>
        </p:nvSpPr>
        <p:spPr>
          <a:xfrm>
            <a:off x="3574264" y="2383670"/>
            <a:ext cx="703374" cy="48235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0242A64-5493-2161-A231-FDECDD7ABB22}"/>
              </a:ext>
            </a:extLst>
          </p:cNvPr>
          <p:cNvSpPr txBox="1"/>
          <p:nvPr/>
        </p:nvSpPr>
        <p:spPr>
          <a:xfrm>
            <a:off x="1390295" y="3841620"/>
            <a:ext cx="24869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200">
                <a:solidFill>
                  <a:schemeClr val="tx1"/>
                </a:solidFill>
              </a:rPr>
              <a:t>xxx</a:t>
            </a:r>
            <a:endParaRPr lang="zh-CN" altLang="en-US" sz="220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3CC5177-7CBB-05E1-C701-BAB81FEDB604}"/>
              </a:ext>
            </a:extLst>
          </p:cNvPr>
          <p:cNvSpPr txBox="1"/>
          <p:nvPr/>
        </p:nvSpPr>
        <p:spPr>
          <a:xfrm>
            <a:off x="8055281" y="3841620"/>
            <a:ext cx="37757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/>
              <a:t>xxx</a:t>
            </a:r>
            <a:endParaRPr lang="zh-CN" altLang="en-US" sz="2200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64CC0654-7EA2-0DDE-D9ED-75E3F9AD8BF4}"/>
              </a:ext>
            </a:extLst>
          </p:cNvPr>
          <p:cNvSpPr/>
          <p:nvPr/>
        </p:nvSpPr>
        <p:spPr>
          <a:xfrm>
            <a:off x="7872292" y="2315447"/>
            <a:ext cx="703374" cy="482353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281FAF5-7083-A0EB-DD4B-349132947A42}"/>
              </a:ext>
            </a:extLst>
          </p:cNvPr>
          <p:cNvSpPr txBox="1"/>
          <p:nvPr/>
        </p:nvSpPr>
        <p:spPr>
          <a:xfrm>
            <a:off x="1962727" y="5694668"/>
            <a:ext cx="826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/>
              <a:t>结论</a:t>
            </a:r>
            <a:r>
              <a:rPr lang="en-US" altLang="zh-CN" sz="2400" b="1"/>
              <a:t>1</a:t>
            </a:r>
            <a:endParaRPr lang="zh-CN" altLang="en-US" sz="2400" b="1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8B76E5A4-8936-109C-3DBA-9BD32C5F7731}"/>
              </a:ext>
            </a:extLst>
          </p:cNvPr>
          <p:cNvSpPr/>
          <p:nvPr/>
        </p:nvSpPr>
        <p:spPr>
          <a:xfrm>
            <a:off x="1203960" y="5446933"/>
            <a:ext cx="9784080" cy="944743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875DE48-C94B-265C-78AF-33110EA3C53C}"/>
              </a:ext>
            </a:extLst>
          </p:cNvPr>
          <p:cNvSpPr/>
          <p:nvPr/>
        </p:nvSpPr>
        <p:spPr>
          <a:xfrm>
            <a:off x="1881120" y="2051684"/>
            <a:ext cx="1505305" cy="1141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图</a:t>
            </a:r>
            <a:r>
              <a:rPr lang="en-US" altLang="zh-CN"/>
              <a:t>1</a:t>
            </a:r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79A20734-55A2-57A2-2CC7-9C142DD55BA3}"/>
              </a:ext>
            </a:extLst>
          </p:cNvPr>
          <p:cNvSpPr/>
          <p:nvPr/>
        </p:nvSpPr>
        <p:spPr>
          <a:xfrm>
            <a:off x="5343347" y="2096487"/>
            <a:ext cx="1505305" cy="1141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图</a:t>
            </a:r>
            <a:r>
              <a:rPr lang="en-US" altLang="zh-CN"/>
              <a:t>2</a:t>
            </a:r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B3C7401-5F75-77F6-D1AD-A40155734E61}"/>
              </a:ext>
            </a:extLst>
          </p:cNvPr>
          <p:cNvSpPr/>
          <p:nvPr/>
        </p:nvSpPr>
        <p:spPr>
          <a:xfrm>
            <a:off x="9336227" y="2026751"/>
            <a:ext cx="1505305" cy="1141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图</a:t>
            </a:r>
            <a:r>
              <a:rPr lang="en-US" altLang="zh-CN"/>
              <a:t>3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39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8797F-D2E6-E87F-937A-C7ECCACBA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67DB3-1C6A-019E-9936-12E94B0A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7E9D2B-A1DA-A0C9-4E4F-E6E09C2B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5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C10871D-626F-B021-B899-81C0AC263262}"/>
              </a:ext>
            </a:extLst>
          </p:cNvPr>
          <p:cNvSpPr txBox="1"/>
          <p:nvPr/>
        </p:nvSpPr>
        <p:spPr>
          <a:xfrm>
            <a:off x="802791" y="1595132"/>
            <a:ext cx="7741769" cy="366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SzPct val="100000"/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cs typeface="Arial" panose="020B0604020202020204" pitchFamily="34" charset="0"/>
              </a:rPr>
              <a:t>研究背景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2400" b="1">
                <a:ea typeface="黑体" panose="02010609060101010101" pitchFamily="49" charset="-122"/>
                <a:cs typeface="Arial" panose="020B0604020202020204" pitchFamily="34" charset="0"/>
              </a:rPr>
              <a:t>研究内容</a:t>
            </a:r>
            <a:endParaRPr lang="en-US" altLang="zh-CN" sz="2400" b="1"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sz="2400" b="1"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cs typeface="Arial" panose="020B0604020202020204" pitchFamily="34" charset="0"/>
              </a:rPr>
              <a:t>总结与展望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90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8A52-58C7-932D-C8B8-AA2C7953D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A88E00-0AD1-EAA6-0242-0946E7A78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xxx</a:t>
            </a:r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7852A16-6CB5-3484-B210-4D64BD04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6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6D1BAC-1154-43DA-95FC-86AFD36BB259}"/>
              </a:ext>
            </a:extLst>
          </p:cNvPr>
          <p:cNvSpPr txBox="1"/>
          <p:nvPr/>
        </p:nvSpPr>
        <p:spPr>
          <a:xfrm>
            <a:off x="5471160" y="1242843"/>
            <a:ext cx="2427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xxxxxxxxxxx</a:t>
            </a:r>
            <a:endParaRPr lang="zh-CN" altLang="en-US" sz="24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69FFEA-C839-515E-409D-E218B03BAA0C}"/>
              </a:ext>
            </a:extLst>
          </p:cNvPr>
          <p:cNvSpPr txBox="1"/>
          <p:nvPr/>
        </p:nvSpPr>
        <p:spPr>
          <a:xfrm>
            <a:off x="5471161" y="2528304"/>
            <a:ext cx="2788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xxxxxxxxxxx</a:t>
            </a:r>
            <a:endParaRPr lang="zh-CN" altLang="en-US" sz="2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FE0230-204F-05E9-F6ED-69C526077869}"/>
              </a:ext>
            </a:extLst>
          </p:cNvPr>
          <p:cNvSpPr txBox="1"/>
          <p:nvPr/>
        </p:nvSpPr>
        <p:spPr>
          <a:xfrm>
            <a:off x="5471160" y="3704103"/>
            <a:ext cx="2788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xxxxxxxxxxx</a:t>
            </a:r>
            <a:endParaRPr lang="zh-CN" altLang="en-US" sz="24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C1885CC-6BDA-0877-C302-DCAAE0130AFC}"/>
              </a:ext>
            </a:extLst>
          </p:cNvPr>
          <p:cNvSpPr txBox="1"/>
          <p:nvPr/>
        </p:nvSpPr>
        <p:spPr>
          <a:xfrm>
            <a:off x="1962727" y="5694668"/>
            <a:ext cx="8266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/>
              <a:t>结论</a:t>
            </a:r>
            <a:r>
              <a:rPr lang="en-US" altLang="zh-CN" sz="2400" b="1"/>
              <a:t>2</a:t>
            </a:r>
            <a:endParaRPr lang="zh-CN" altLang="en-US" sz="2400" b="1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17030AE-5B40-4880-90B6-F225A03B9350}"/>
              </a:ext>
            </a:extLst>
          </p:cNvPr>
          <p:cNvSpPr/>
          <p:nvPr/>
        </p:nvSpPr>
        <p:spPr>
          <a:xfrm>
            <a:off x="1203960" y="5446933"/>
            <a:ext cx="9784080" cy="944743"/>
          </a:xfrm>
          <a:prstGeom prst="round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7F30D7-ECE3-BA55-0C7A-99AEEA71911A}"/>
              </a:ext>
            </a:extLst>
          </p:cNvPr>
          <p:cNvSpPr/>
          <p:nvPr/>
        </p:nvSpPr>
        <p:spPr>
          <a:xfrm>
            <a:off x="1319987" y="2188429"/>
            <a:ext cx="1505305" cy="1141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图</a:t>
            </a:r>
            <a:r>
              <a:rPr lang="en-US" altLang="zh-CN"/>
              <a:t>4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237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8E9A8-C02F-B911-4018-CB504A3F7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BC0F86-2038-4CDA-8779-C3DE5C5B3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28D1C31-797B-B271-909F-9604E2BC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3CE7-7F5A-48DA-8504-35505C8F20CE}" type="slidenum">
              <a:rPr lang="zh-CN" altLang="zh-CN" smtClean="0"/>
              <a:pPr>
                <a:defRPr/>
              </a:pPr>
              <a:t>7</a:t>
            </a:fld>
            <a:endParaRPr lang="zh-CN" altLang="zh-CN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26523B-905E-8E3D-B6F7-9C3EC4AF3CD0}"/>
              </a:ext>
            </a:extLst>
          </p:cNvPr>
          <p:cNvSpPr txBox="1"/>
          <p:nvPr/>
        </p:nvSpPr>
        <p:spPr>
          <a:xfrm>
            <a:off x="802791" y="1595132"/>
            <a:ext cx="7741769" cy="366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SzPct val="100000"/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cs typeface="Arial" panose="020B0604020202020204" pitchFamily="34" charset="0"/>
              </a:rPr>
              <a:t>研究背景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cs typeface="Arial" panose="020B0604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sz="2400" b="1">
                <a:ea typeface="黑体" panose="02010609060101010101" pitchFamily="49" charset="-122"/>
                <a:cs typeface="Arial" panose="020B0604020202020204" pitchFamily="34" charset="0"/>
              </a:rPr>
              <a:t>研究内容</a:t>
            </a:r>
            <a:endParaRPr lang="en-US" altLang="zh-CN" sz="2400" b="1"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chemeClr val="bg1">
                    <a:lumMod val="85000"/>
                  </a:schemeClr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US" altLang="zh-CN" sz="2400" b="1">
                <a:ea typeface="黑体" panose="02010609060101010101" pitchFamily="49" charset="-122"/>
                <a:cs typeface="Arial" panose="020B0604020202020204" pitchFamily="34" charset="0"/>
              </a:rPr>
              <a:t>xxx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bg1">
                    <a:lumMod val="85000"/>
                  </a:schemeClr>
                </a:solidFill>
                <a:cs typeface="Arial" panose="020B0604020202020204" pitchFamily="34" charset="0"/>
              </a:rPr>
              <a:t>总结与展望</a:t>
            </a:r>
            <a:endParaRPr lang="en-US" altLang="zh-CN" sz="2400" b="1">
              <a:solidFill>
                <a:schemeClr val="bg1">
                  <a:lumMod val="8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471639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104306</TotalTime>
  <Words>116</Words>
  <Application>Microsoft Office PowerPoint</Application>
  <PresentationFormat>宽屏</PresentationFormat>
  <Paragraphs>56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等线</vt:lpstr>
      <vt:lpstr>黑体</vt:lpstr>
      <vt:lpstr>Arial</vt:lpstr>
      <vt:lpstr>Comic Sans MS</vt:lpstr>
      <vt:lpstr>Wingdings</vt:lpstr>
      <vt:lpstr>默认设计模板</vt:lpstr>
      <vt:lpstr>PowerPoint 演示文稿</vt:lpstr>
      <vt:lpstr>目录</vt:lpstr>
      <vt:lpstr>目录</vt:lpstr>
      <vt:lpstr>xxx</vt:lpstr>
      <vt:lpstr>目录</vt:lpstr>
      <vt:lpstr>xxx</vt:lpstr>
      <vt:lpstr>目录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on fast automatic spectrum denoising algorithm</dc:title>
  <dc:creator>HX Chen</dc:creator>
  <cp:lastModifiedBy>楠楠 张</cp:lastModifiedBy>
  <cp:revision>2089</cp:revision>
  <dcterms:created xsi:type="dcterms:W3CDTF">2025-02-19T12:26:52Z</dcterms:created>
  <dcterms:modified xsi:type="dcterms:W3CDTF">2026-07-13T11:42:04Z</dcterms:modified>
</cp:coreProperties>
</file>